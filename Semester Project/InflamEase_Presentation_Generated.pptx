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72" r:id="rId14"/>
    <p:sldId id="273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89" d="100"/>
          <a:sy n="189" d="100"/>
        </p:scale>
        <p:origin x="-80" y="-1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837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 — generated from uploaded docx and project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Contents — follow this order when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set the stage — pain, solution,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Prioritize low-friction logging and actionable insights for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gives engineers a quick map of core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REST for MVP; consider GraphQL later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 starting with managed services to reduce ops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models explainable and conservative in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want, I can generate PNG UML diagrams and add them to the PPT.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Class diagram here is intentionally high-level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placeholder with real images for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of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2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1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5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1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3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71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3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9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3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84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1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7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InflamEase</a:t>
            </a:r>
            <a:r>
              <a:rPr lang="en-US" dirty="0"/>
              <a:t> App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Hamza(8628)</a:t>
            </a:r>
            <a:br>
              <a:rPr lang="en-US" dirty="0"/>
            </a:br>
            <a:r>
              <a:rPr lang="en-US" dirty="0"/>
              <a:t>Abdullah(8380)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Introduction &amp; Problem Statement</a:t>
            </a:r>
          </a:p>
          <a:p>
            <a:r>
              <a:t>Core Features &amp; MVP</a:t>
            </a:r>
          </a:p>
          <a:p>
            <a:r>
              <a:t>Data Model &amp; API Overview</a:t>
            </a:r>
          </a:p>
          <a:p>
            <a:r>
              <a:t>Technical Architecture &amp; Tech Stack</a:t>
            </a:r>
          </a:p>
          <a:p>
            <a:r>
              <a:t>UML (Use Case / Class / Activity)</a:t>
            </a:r>
          </a:p>
          <a:p>
            <a:r>
              <a:t>Prototype / Screenshots</a:t>
            </a:r>
          </a:p>
          <a:p>
            <a:r>
              <a:t>Privacy &amp; Compliance</a:t>
            </a:r>
          </a:p>
          <a:p>
            <a:r>
              <a:t>Roadmap &amp; Next Steps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From: Abdulrehman</a:t>
            </a:r>
          </a:p>
          <a:p>
            <a:r>
              <a:rPr dirty="0"/>
              <a:t>Date: December 18, 2025</a:t>
            </a:r>
          </a:p>
          <a:p>
            <a:r>
              <a:rPr dirty="0"/>
              <a:t>Introduction &amp; Vision</a:t>
            </a:r>
            <a:br>
              <a:rPr dirty="0"/>
            </a:br>
            <a:br>
              <a:rPr dirty="0"/>
            </a:br>
            <a:r>
              <a:rPr dirty="0"/>
              <a:t>We are seeking to develop "</a:t>
            </a:r>
            <a:r>
              <a:rPr dirty="0" err="1"/>
              <a:t>InflamEase</a:t>
            </a:r>
            <a:r>
              <a:rPr dirty="0"/>
              <a:t>," a dedicated mobile application designed to empower individuals living with chronic inflammatory conditions.</a:t>
            </a:r>
          </a:p>
          <a:p>
            <a:r>
              <a:rPr dirty="0"/>
              <a:t>Our vision is to create an intuitive, all-in-one tool that helps users track, understand, and manage their health by making informed dietary and lifestyle choices.</a:t>
            </a:r>
          </a:p>
          <a:p>
            <a:r>
              <a:rPr dirty="0"/>
              <a:t>The app will serve as a personal companion for anyone looking to reduce inflammation and improve their quality of life.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&amp;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&amp; Onboarding (profile, conditions)</a:t>
            </a:r>
          </a:p>
          <a:p>
            <a:r>
              <a:t>Daily Health Diary (meals, symptoms, photos)</a:t>
            </a:r>
          </a:p>
          <a:p>
            <a:r>
              <a:t>Flare Logging (severity, duration, triggers)</a:t>
            </a:r>
          </a:p>
          <a:p>
            <a:r>
              <a:t>Recipe Hub (searchable, save &amp; grocery list)</a:t>
            </a:r>
          </a:p>
          <a:p>
            <a:r>
              <a:t>Basic Insights (correlations, trends)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User, DiaryEntry, Food, Recipe, Flare, Supplement, GroceryList, Insight</a:t>
            </a:r>
          </a:p>
          <a:p>
            <a:r>
              <a:t>Store foods and recipes with tags (anti-inflammatory score)</a:t>
            </a:r>
          </a:p>
          <a:p>
            <a:r>
              <a:t>Diary entries reference foods and optionally photos/notes</a:t>
            </a:r>
          </a:p>
          <a:p>
            <a:r>
              <a:t>Insights stored as JSON with confidence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/api/auth/signup — register user (returns JWT)</a:t>
            </a:r>
          </a:p>
          <a:p>
            <a:r>
              <a:t>POST /api/diary — add diary entry (foods, notes, photo_url)</a:t>
            </a:r>
          </a:p>
          <a:p>
            <a:r>
              <a:t>POST /api/flares — log flare (severity, triggers)</a:t>
            </a:r>
          </a:p>
          <a:p>
            <a:r>
              <a:t>GET /api/insights — fetch computed insights for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Technical 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Frontend: React Native + Expo (TypeScript)</a:t>
            </a:r>
          </a:p>
          <a:p>
            <a:r>
              <a:t>Backend: Next.js API routes or Node + Express + Prisma</a:t>
            </a:r>
          </a:p>
          <a:p>
            <a:r>
              <a:t>DB: PostgreSQL (Prisma ORM); Storage: S3-compatible</a:t>
            </a:r>
          </a:p>
          <a:p>
            <a:r>
              <a:t>Auth: Clerk/Auth0 or JWT; Hosting: Vercel / Render / Railway</a:t>
            </a:r>
          </a:p>
          <a:p>
            <a:r>
              <a:t>CI/CD: GitHub Actions; Builds: EAS for mobile</a:t>
            </a:r>
          </a:p>
          <a:p>
            <a:pPr lvl="1"/>
            <a:r>
              <a:t>Top-level repo entries: .env.example, .gitignore, app, app.json, assets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ML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Phase 1: Statistical correlations (counts, moving averages)</a:t>
            </a:r>
          </a:p>
          <a:p>
            <a:r>
              <a:t>Phase 2: Simple per-user models (logistic regression / tree)</a:t>
            </a:r>
          </a:p>
          <a:p>
            <a:r>
              <a:t>Always present correlation (not causation) with confidence</a:t>
            </a:r>
          </a:p>
          <a:p>
            <a:r>
              <a:t>Require weeks/months of data — provide cohort-level signals initially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— Use Case (summary)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B07B8E-B8FE-C181-C767-2D8D9EB9E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01950" y="1432475"/>
            <a:ext cx="5486400" cy="3983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UML — Class Diagram (summary)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F8D4B6-5FBF-365D-D46D-1D83F6443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01950" y="1533846"/>
            <a:ext cx="5486400" cy="37807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4B48-06C2-B10E-25D7-7E610D05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/ Home</a:t>
            </a:r>
            <a:endParaRPr lang="en-S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17EB91-D12D-79B7-EC67-CC7E2C64F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950" y="1983656"/>
            <a:ext cx="5486400" cy="288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Prototype / </a:t>
            </a:r>
            <a:r>
              <a:rPr lang="en-US" dirty="0"/>
              <a:t>Recipes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3BE55B-35C1-F997-7E7A-4404D2A5E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01950" y="1974031"/>
            <a:ext cx="5486400" cy="29004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BBFB-AB6C-ED7C-4002-96E9E906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Prototype/ Stats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CE4C94-EC76-B605-AD0B-9AB17C0B0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950" y="1993282"/>
            <a:ext cx="5486400" cy="286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60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D3B1-AE3A-577A-1649-100D3E06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dirty="0"/>
              <a:t>Prototype/ Flares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F960D7-A7D5-1725-813E-DCCD99674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950" y="1978844"/>
            <a:ext cx="5486400" cy="289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— questions?</a:t>
            </a:r>
          </a:p>
          <a:p>
            <a:r>
              <a:t>Contact: (add your email)</a:t>
            </a:r>
          </a:p>
          <a:p>
            <a:r>
              <a:t>Repository &amp; files used: uploaded ZIP and docx.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28</TotalTime>
  <Words>596</Words>
  <Application>Microsoft Macintosh PowerPoint</Application>
  <PresentationFormat>On-screen Show (4:3)</PresentationFormat>
  <Paragraphs>68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Corbel</vt:lpstr>
      <vt:lpstr>Wingdings 2</vt:lpstr>
      <vt:lpstr>Frame</vt:lpstr>
      <vt:lpstr>InflamEase App</vt:lpstr>
      <vt:lpstr>Contents</vt:lpstr>
      <vt:lpstr>Introduction</vt:lpstr>
      <vt:lpstr>Core Features &amp; MVP</vt:lpstr>
      <vt:lpstr>Data Model (high-level)</vt:lpstr>
      <vt:lpstr>API Examples</vt:lpstr>
      <vt:lpstr>Technical Architecture &amp; Tech Stack</vt:lpstr>
      <vt:lpstr>Insights &amp; ML Approach</vt:lpstr>
      <vt:lpstr>UML — Use Case (summary)</vt:lpstr>
      <vt:lpstr>UML — Class Diagram (summary)</vt:lpstr>
      <vt:lpstr>Prototype / Home</vt:lpstr>
      <vt:lpstr>Prototype / Recipes</vt:lpstr>
      <vt:lpstr>Prototype/ Stats</vt:lpstr>
      <vt:lpstr>Prototype/ Flares</vt:lpstr>
      <vt:lpstr>Q&amp;A / Contact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----- ------</cp:lastModifiedBy>
  <cp:revision>5</cp:revision>
  <dcterms:created xsi:type="dcterms:W3CDTF">2013-01-27T09:14:16Z</dcterms:created>
  <dcterms:modified xsi:type="dcterms:W3CDTF">2025-12-22T09:01:17Z</dcterms:modified>
  <cp:category/>
</cp:coreProperties>
</file>